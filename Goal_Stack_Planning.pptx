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Stack Planning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Planning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Artificial Intelligence (3171105), Semester 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Prashant Kushwaha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0" y="4023360"/>
            <a:ext cx="210312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4023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ARMEMPTY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401568"/>
            <a:ext cx="2103120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3401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CLEAR(B)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2779776"/>
            <a:ext cx="210312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7797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HOLDING(A)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157984"/>
            <a:ext cx="2103120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1579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ON(A,B)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goal stack planning?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is a sequence of actions that takes the world from an initial state to a goal state. Goal stack planning, used in the STRIPS planner, builds that sequence by working on one goal at a time: it always looks at the item on top of a stack.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60320" cy="192024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state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true facts such as ON(B,A) and ARMEMPTY. Every operator changes this list.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60320" cy="1920240"/>
          </a:xfrm>
          <a:prstGeom prst="rect">
            <a:avLst/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stack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goals and operators. The planner pops the top item and either solves it, breaks it up, or applies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286000"/>
            <a:ext cx="2560320" cy="192024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operators actually applied, in order. When the stack is empty, this list is the answer.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one subgoal after another makes this a linear planner.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world and its four operators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used:  ON(x,y)   ONTABLE(x)   CLEAR(x)   HOLDING(x)   ARMEMPTY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Operator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Precondition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Delete list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Add list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STACK(x,y)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CLEAR(y) and HOLDING(x)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CLEAR(y), HOLDING(x)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ARMEMPTY, ON(x,y)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UNSTACK(x,y)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ON(x,y) and CLEAR(x) and ARMEMPTY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ON(x,y), ARMEMPTY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HOLDING(x), CLEAR(y)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PICKUP(x)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ONTABLE(x) and CLEAR(x) and ARMEMPTY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ONTABLE(x), ARMEMPTY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HOLDING(x)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PUTDOWN(x)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HOLDING(x)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HOLDING(x)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ONTABLE(x), ARMEMPTY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can run only when its precondition holds. After it runs, remove the delete list from the state and add the add list.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algorithm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goal on the stack, then repeat until the stack is empty: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694944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goal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54480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it back, then push each of its parts above it in any order. It is checked again when its parts are done.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8046720" cy="694944"/>
          </a:xfrm>
          <a:prstGeom prst="rect">
            <a:avLst/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4086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goal, already true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340864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it and move 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8046720" cy="694944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12724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goal, not true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127248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it with an operator whose add list contains it, then push that operator's preconditions above the operator.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8046720" cy="694944"/>
          </a:xfrm>
          <a:prstGeom prst="rect">
            <a:avLst/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91363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913632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it, update the state with its delete and add lists, and append it to the plan.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37744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34440" y="1783080"/>
            <a:ext cx="3657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1783080"/>
            <a:ext cx="36576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288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237744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34440" y="3154680"/>
            <a:ext cx="36576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344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34440" y="2788920"/>
            <a:ext cx="3657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344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ON(C,A) and ON(B,D) and ARMEMPTY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1188720"/>
            <a:ext cx="5120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goal. Take ON(C,A) first: use STACK(C,A), which needs CLEAR(A) and HOLDING(C).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CLEAR(A) is false because B is on A, so apply UNSTACK(B,A). The arm now holds B.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HOLDING(C) needs PICKUP(C), which needs an empty arm. Apply PUTDOWN(B), then PICKUP(C).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preconditions now hold, so apply STACK(C,A).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ON(B,D): apply PICKUP(B), then STACK(B,D). The stack is empty and the goal is met.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3931920"/>
            <a:ext cx="5120640" cy="777240"/>
          </a:xfrm>
          <a:prstGeom prst="rect">
            <a:avLst/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1880" y="39319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UNSTACK(B,A), PUTDOWN(B), PICKUP(C), STACK(C,A), PICKUP(B), STACK(B,D)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falls short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743200"/>
          </a:xfrm>
          <a:prstGeom prst="rect">
            <a:avLst/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 and easy to trace by hand.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in the plan is there because a goal needed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when subgoals do not interfere.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74320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plans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 plan has 6 steps.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B on D right after unstacking it needs only 4: UNSTACK(B,A), STACK(B,D), PICKUP(C), STACK(C,A).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274320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Sussman anomaly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C on A, B on the table. Goal: ON(A,B) and ON(B,C).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goal is finished first, finishing the other undoes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to interleave subgoals: plan space and hierarchical planning, the next topics in this chapter.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stack holds goals and operators; the top item decides the next move.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unsatisfied goal becomes an operator plus its preconditions.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operators form the plan.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ordering causes goal interaction problems such as the Sussman anomaly.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and Knight, Artificial Intelligence, McGraw-Hill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Khemani, A First Course in Artificial Intelligence, McGraw-Hill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and Norvig, AI: A Modern Approach, 2nd ed., Prentice-Hall, 2003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 and Feigenbaum, Handbook of Artificial Intelligence, Stanford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Wikipedia, STRIPS and Sussman anomaly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 </a:t>
            </a:r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Prashant Kushwaha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 Stack Planning</dc:title>
  <dc:subject>PptxGenJS Presentation</dc:subject>
  <dc:creator>Prashant Kushwaha</dc:creator>
  <cp:lastModifiedBy>Prashant Kushwaha</cp:lastModifiedBy>
  <cp:revision>1</cp:revision>
  <dcterms:created xsi:type="dcterms:W3CDTF">2026-09-29T06:16:31Z</dcterms:created>
  <dcterms:modified xsi:type="dcterms:W3CDTF">2026-09-29T06:16:31Z</dcterms:modified>
</cp:coreProperties>
</file>